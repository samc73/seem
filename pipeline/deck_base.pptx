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7"/>
  </p:normalViewPr>
  <p:slideViewPr>
    <p:cSldViewPr snapToGrid="0" snapToObjects="1">
      <p:cViewPr varScale="1">
        <p:scale>
          <a:sx n="112" d="100"/>
          <a:sy n="112" d="100"/>
        </p:scale>
        <p:origin x="76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37360"/>
            <a:ext cx="1051560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1E2761"/>
                </a:solidFill>
                <a:latin typeface="Calibri"/>
              </a:rPr>
              <a:t>SEEM</a:t>
            </a:r>
            <a:endParaRPr sz="40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500" b="0" dirty="0">
                <a:solidFill>
                  <a:srgbClr val="6E7B85"/>
                </a:solidFill>
                <a:latin typeface="Calibri"/>
              </a:rPr>
              <a:t>SEEM/LYS Meeting - </a:t>
            </a:r>
            <a:r>
              <a:rPr sz="1500" b="0" dirty="0">
                <a:solidFill>
                  <a:srgbClr val="6E7B85"/>
                </a:solidFill>
                <a:latin typeface="Calibri"/>
              </a:rPr>
              <a:t>September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000" b="1" dirty="0">
                <a:solidFill>
                  <a:srgbClr val="1E2761"/>
                </a:solidFill>
                <a:latin typeface="Calibri"/>
              </a:rPr>
              <a:t>Variables</a:t>
            </a:r>
            <a:endParaRPr sz="30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21826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γ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applied shear strain; one step is 10⁻⁵, runs go to 0.5</a:t>
            </a:r>
          </a:p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shear stress (raw stress ÷ 10⁴)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u = pe − u₀  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PE/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atom above the reference u₀ = −4.60752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two-coordinate state of a run; 20 × 20 grid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2μ(u,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elastic modulus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s = −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Δτ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</a:t>
            </a:r>
            <a:r>
              <a:rPr lang="en-US" sz="1600" b="0" dirty="0">
                <a:solidFill>
                  <a:srgbClr val="1E2761"/>
                </a:solidFill>
                <a:latin typeface="Cambria Math"/>
              </a:rPr>
              <a:t> 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an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event: a step where the stress drops, of size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3172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lang="el-GR" sz="1600" dirty="0">
                <a:solidFill>
                  <a:srgbClr val="1E2761"/>
                </a:solidFill>
                <a:latin typeface="Cambria Math"/>
              </a:rPr>
              <a:t>ρ(</a:t>
            </a:r>
            <a:r>
              <a:rPr lang="en-US" sz="1600" dirty="0">
                <a:solidFill>
                  <a:srgbClr val="1E2761"/>
                </a:solidFill>
                <a:latin typeface="Cambria Math"/>
              </a:rPr>
              <a:t>s) </a:t>
            </a:r>
            <a:r>
              <a:rPr lang="en-US" sz="1600" b="1" dirty="0">
                <a:solidFill>
                  <a:srgbClr val="212121"/>
                </a:solidFill>
              </a:rPr>
              <a:t>density of events </a:t>
            </a:r>
            <a:r>
              <a:rPr lang="en-US" sz="1600" dirty="0">
                <a:solidFill>
                  <a:srgbClr val="212121"/>
                </a:solidFill>
              </a:rPr>
              <a:t>of size s</a:t>
            </a:r>
            <a:endParaRPr lang="en-US" sz="1600" b="0" dirty="0">
              <a:solidFill>
                <a:srgbClr val="1E2761"/>
              </a:solidFill>
              <a:latin typeface="Cambria Math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p(u,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probability per step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that an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event occurs</a:t>
            </a:r>
            <a:endParaRPr sz="1500" b="0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P(s | 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size distribution of events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at a given state</a:t>
            </a:r>
          </a:p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s_c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the largest event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state can produce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k, m,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ε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constants </a:t>
            </a:r>
            <a:endParaRPr lang="en-US" sz="1500" b="1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q(u,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plastic fraction of the strain rate</a:t>
            </a:r>
            <a:r>
              <a:rPr lang="en-US" sz="1500" dirty="0">
                <a:solidFill>
                  <a:srgbClr val="212121"/>
                </a:solidFill>
                <a:latin typeface="Calibri"/>
              </a:rPr>
              <a:t>: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0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-&gt;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elastic, 1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-&gt;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steady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state</a:t>
            </a:r>
          </a:p>
          <a:p>
            <a:pPr>
              <a:spcAft>
                <a:spcPts val="1100"/>
              </a:spcAft>
            </a:pPr>
            <a:r>
              <a:rPr lang="en-US" sz="1500" dirty="0">
                <a:solidFill>
                  <a:srgbClr val="212121"/>
                </a:solidFill>
                <a:latin typeface="Calibri"/>
              </a:rPr>
              <a:t>	eq.-&gt; </a:t>
            </a:r>
            <a:r>
              <a:rPr lang="en-US" sz="1500" dirty="0">
                <a:solidFill>
                  <a:srgbClr val="212121"/>
                </a:solidFill>
              </a:rPr>
              <a:t>q = 1 − (d</a:t>
            </a:r>
            <a:r>
              <a:rPr lang="el-GR" sz="1500" dirty="0">
                <a:solidFill>
                  <a:srgbClr val="212121"/>
                </a:solidFill>
              </a:rPr>
              <a:t>τ/</a:t>
            </a:r>
            <a:r>
              <a:rPr lang="en-US" sz="1500" dirty="0">
                <a:solidFill>
                  <a:srgbClr val="212121"/>
                </a:solidFill>
              </a:rPr>
              <a:t>d</a:t>
            </a:r>
            <a:r>
              <a:rPr lang="el-GR" sz="1500" dirty="0">
                <a:solidFill>
                  <a:srgbClr val="212121"/>
                </a:solidFill>
              </a:rPr>
              <a:t>γ)/2μ</a:t>
            </a:r>
            <a:endParaRPr sz="1500" b="0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aging event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step where u drops but </a:t>
            </a:r>
            <a:r>
              <a:rPr sz="1500" b="0" dirty="0" err="1">
                <a:solidFill>
                  <a:srgbClr val="212121"/>
                </a:solidFill>
                <a:latin typeface="Calibri"/>
              </a:rPr>
              <a:t>τ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does not (105,188); it relaxes energy without releasing stress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symbolic-regression library  (library/symreg.py)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1000232" cy="1554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What it does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Given points (x, y), it searches for a formula y = </a:t>
            </a:r>
            <a:r>
              <a:rPr sz="1500" b="0" dirty="0" err="1">
                <a:solidFill>
                  <a:srgbClr val="212121"/>
                </a:solidFill>
                <a:latin typeface="Calibri"/>
              </a:rPr>
              <a:t>a·f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(x) + b </a:t>
            </a:r>
            <a:endParaRPr lang="en-US" sz="1500" b="0" dirty="0">
              <a:solidFill>
                <a:srgbClr val="212121"/>
              </a:solidFill>
              <a:latin typeface="Calibri"/>
            </a:endParaRP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Uses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library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of operators (exp, log, 1/x, x², √x, and + − × ÷) with up to two fitted constants inside f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E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numerates every formula up to a complexity budget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R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eturns the exact Pareto front: the best misfit at each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86100"/>
            <a:ext cx="11018520" cy="1554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How it was used 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Target: the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(20)</a:t>
            </a:r>
            <a:r>
              <a:rPr lang="en-US" sz="1500" dirty="0">
                <a:solidFill>
                  <a:srgbClr val="212121"/>
                </a:solidFill>
              </a:rPr>
              <a:t>binned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log-density ln </a:t>
            </a:r>
            <a:r>
              <a:rPr sz="1500" b="1" dirty="0" err="1">
                <a:solidFill>
                  <a:srgbClr val="212121"/>
                </a:solidFill>
                <a:latin typeface="Calibri"/>
              </a:rPr>
              <a:t>ρ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(s)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in one grid cell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Run on 12 cells spanning the state plane (700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7,600 events each), plus variants with unweighted bins and a wider size window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Budget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 a complexity of 8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: 624,936 formula trees per cel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l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,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~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10,300 distinct admissible functions </a:t>
            </a:r>
            <a:endParaRPr lang="en-US" sz="1500" b="0" dirty="0">
              <a:solidFill>
                <a:srgbClr val="212121"/>
              </a:solidFill>
              <a:latin typeface="Calibri"/>
            </a:endParaRPr>
          </a:p>
          <a:p>
            <a:pPr marL="685800" lvl="1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Just to check – another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run at complexity 9 (4.5 million trees)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shows only mild improvement</a:t>
            </a:r>
            <a:endParaRPr sz="1500" b="0" dirty="0">
              <a:solidFill>
                <a:srgbClr val="212121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1817</Words>
  <Application>Microsoft Macintosh PowerPoint</Application>
  <PresentationFormat>Widescreen</PresentationFormat>
  <Paragraphs>73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Thomas Arbaugh</cp:lastModifiedBy>
  <cp:revision>3</cp:revision>
  <dcterms:created xsi:type="dcterms:W3CDTF">2013-01-27T09:14:16Z</dcterms:created>
  <dcterms:modified xsi:type="dcterms:W3CDTF">2026-09-04T15:26:01Z</dcterms:modified>
  <cp:category/>
</cp:coreProperties>
</file>